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Tachinomi Map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Kobe's AI-Powered Standing Bar Guide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Chat de "Konya doko iku?" ni kotaeru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Kobe Sannomiya-Motomachi eria no tachinomi hakken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0D1B2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634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137160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13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Kobe no "Tachinomi Bunka" wa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mada dareni mo todoite inai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[ 1 ]  Joho ga Sanzan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Kobe no tachinomi joho wa SNS / Tabelog / kuchikomi ni bunsan. "Konya doko ikeba ii?" ni kotaeru service ga sonzai shinai.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[ 2 ]  Inbound Kabe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Houichi gaikokujin wa gengo barrier de tachinomi bunka ni hairenai. Kanban mo yomezu, ten'in to mo hanasenai.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402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[ 3 ]  Shoten no Kyaku-nan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83464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Shokibo tachinomi-ten wa SNS un'yo ni jikan wo sakenai. Koukoku-hi wo kakerarenai.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ga Kobe no Yoru no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"Navigator" ni Naru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396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Shizen Gengo de Sagaseru AI Chat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50545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"Yosan 2000-en de hitori de furatto haireru mise" wo kaiwa de sokuto. Claude Sonnet 4.6 tosai.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8686800" cy="1828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46557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Gengo Taiou (JP / EN / ZH / KO)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83133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Okutta message no gengo wo jido-kenshutsu. Inbound ryoko-sha ga bokokugo de access dekiru.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99432"/>
            <a:ext cx="8686800" cy="1828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754880"/>
            <a:ext cx="502920" cy="502920"/>
          </a:xfrm>
          <a:prstGeom prst="ellipse">
            <a:avLst/>
          </a:prstGeom>
          <a:solidFill>
            <a:srgbClr val="C8970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79145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+ Shousai Filter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15721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Area / yosan / solo-ka / NEW nado de shibo-komi. Genzaichi kara no kyori hyoji taiou.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280160"/>
            <a:ext cx="2926080" cy="5394960"/>
          </a:xfrm>
          <a:prstGeom prst="roundRect">
            <a:avLst>
              <a:gd name="adj" fmla="val 375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16459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52560" y="374904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"Konya doko iku?"</a:t>
            </a:r>
            <a:endParaRPr lang="en-US" sz="12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ni kikeba,</a:t>
            </a:r>
            <a:endParaRPr lang="en-US" sz="12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Kobe no yoru ga hiraku.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5989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Core Features — Seamless Experience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Kaiwa suru dake de sono hi no kibun / ninzu / yosan ni atta mise wo soku-recommend. Naibu memo wo gakushuu shita AI ga tekikaku ni annai.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LIST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stores registered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Area / category / yosan / solo-OK / NEW nado tasai na filter. List hyoji to Map hyoji wo one-tap de kirikae.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703320" cy="4846320"/>
          </a:xfrm>
          <a:prstGeom prst="roundRect">
            <a:avLst>
              <a:gd name="adj" fmla="val 2963"/>
            </a:avLst>
          </a:prstGeom>
          <a:solidFill>
            <a:srgbClr val="0A152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location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2788920"/>
            <a:ext cx="33375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9260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Leaflet base no chizu ni store pin wo hyoji. Genzaichi kara chikajun ni sort. Google Maps link kanbi.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537960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 kobe-guide.vercel.app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Market  x  Niche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32M+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Annual visitors to Kobe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Pre-COVID peak (2019)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2519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Inbound tourists in Hyogo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(recovering)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1A0800"/>
          </a:solidFill>
          <a:ln w="9525">
            <a:solidFill>
              <a:srgbClr val="3D2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2880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50K+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138160" y="2834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Standing bars nationwide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291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in Kobe alone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11430000" cy="1828800"/>
          </a:xfrm>
          <a:prstGeom prst="roundRect">
            <a:avLst>
              <a:gd name="adj" fmla="val 6000"/>
            </a:avLst>
          </a:prstGeom>
          <a:solidFill>
            <a:srgbClr val="1A0D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 Focus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Sannomiya-Motomachi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Tachinomi specialized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5212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Kansai Expansion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Osaka / Kyoto / Nara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Horizontal rollout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5212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/ Global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Japan night-out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guide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Revenue Model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Stable Monetization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214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Listing (Stores)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 placement / photo boost / badge / AI recommend priority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677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JPY 5,000+/mo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0F1E2A"/>
          </a:solidFill>
          <a:ln w="9525">
            <a:solidFill>
              <a:srgbClr val="2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338328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/ Spot Ads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Native ads inside chat replies and store list pages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547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JPY 30,000+/mo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0A1418"/>
          </a:solidFill>
          <a:ln w="9525">
            <a:solidFill>
              <a:srgbClr val="1A2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817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Board Partnership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07492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Co-content with Kobe City / Hyogo Pref. tourism bureau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828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Negotiable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1280160"/>
            <a:ext cx="3474720" cy="5486400"/>
          </a:xfrm>
          <a:prstGeom prst="roundRect">
            <a:avLst>
              <a:gd name="adj" fmla="val 3158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1508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Estimate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 stores)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JPY 500K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50392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 (projected)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78240" y="3657600"/>
            <a:ext cx="2926080" cy="27432"/>
          </a:xfrm>
          <a:prstGeom prst="rect">
            <a:avLst/>
          </a:prstGeom>
          <a:solidFill>
            <a:srgbClr val="2A2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84048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50 stores x JPY 5K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JPY 250,000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10 slots x JPY 25K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JPY 250,000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Running — MVP Live in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Registered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Places API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AI-enriched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2519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Supported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 / EN / ZH-TW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ZH-CN / KO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703320" cy="2834640"/>
          </a:xfrm>
          <a:prstGeom prst="roundRect">
            <a:avLst>
              <a:gd name="adj" fmla="val 3871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916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13816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Complete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1546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Deployed on Vercel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Demo-ready today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2628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AI Chat (Claude Sonnet 4.6) — Live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02920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292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Store list / Map / Filters — Implemented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53212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53212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User auth / Favorites / Visit 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2628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52628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Admin panel (Store mgmt + Analytics)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502920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0292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Security (API keys fully server-isolated)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532120"/>
            <a:ext cx="5669280" cy="420624"/>
          </a:xfrm>
          <a:prstGeom prst="roundRect">
            <a:avLst>
              <a:gd name="adj" fmla="val 26087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553212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[DONE]  Vercel Production: kobe-guide.vercel.app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Stack,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/ SSR / Edge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/ AI 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Auth + RLS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273552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410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102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data + Photos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535424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0A1520"/>
          </a:solidFill>
          <a:ln w="9525">
            <a:solidFill>
              <a:srgbClr val="1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672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5102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 / CDN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1280160"/>
            <a:ext cx="3657600" cy="5577840"/>
          </a:xfrm>
          <a:prstGeom prst="roundRect">
            <a:avLst>
              <a:gd name="adj" fmla="val 30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057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bar niche  x 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Inbound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703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fully server-side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mgmt + Analytics built-in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5349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marginal cost to scale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Kobe — to Every Night in Japan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Q1-Q2  --  Kobe Phase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463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Q3-Q4  --  Expansion Phase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C8970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Production Launch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206654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665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chat / Store list / Map / Admin panel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2496312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75888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Listing Launch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354787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3A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547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Premium plan sales to stores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3977640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157216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029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/ Traffic Growth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5029200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3A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5029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5413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 "Kobe tachinomi" search top rank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103120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194560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0665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Osaka / Kyoto Expansion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75520" y="206654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1A3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0665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Horizontal rollout to Kansai cities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2496312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3584448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675888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/ Coupon Feature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75520" y="354787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1A3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3547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9319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Add referral commission model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73952" y="3977640"/>
            <a:ext cx="45720" cy="914400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5065776"/>
            <a:ext cx="384048" cy="384048"/>
          </a:xfrm>
          <a:prstGeom prst="ellipse">
            <a:avLst/>
          </a:prstGeom>
          <a:solidFill>
            <a:srgbClr val="1A2A3A"/>
          </a:solidFill>
          <a:ln w="12700">
            <a:solidFill>
              <a:srgbClr val="C897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157216"/>
            <a:ext cx="201168" cy="201168"/>
          </a:xfrm>
          <a:prstGeom prst="ellipse">
            <a:avLst/>
          </a:prstGeom>
          <a:solidFill>
            <a:srgbClr val="C8970A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5029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 License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875520" y="5029200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1A001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0" y="50292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5413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for travel agencies &amp; hotels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0" cy="50292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Amount (to be determined)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/ Hiring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4032504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4032504"/>
            <a:ext cx="201168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5079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4654296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4654296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4507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12978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Kansai Expansion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5276088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2834640" y="5276088"/>
            <a:ext cx="100584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512978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7515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/ Operations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5897880"/>
            <a:ext cx="5029200" cy="182880"/>
          </a:xfrm>
          <a:prstGeom prst="roundRect">
            <a:avLst>
              <a:gd name="adj" fmla="val 30000"/>
            </a:avLst>
          </a:prstGeom>
          <a:solidFill>
            <a:srgbClr val="1A2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5897880"/>
            <a:ext cx="502920" cy="182880"/>
          </a:xfrm>
          <a:prstGeom prst="roundRect">
            <a:avLst>
              <a:gd name="adj" fmla="val 30000"/>
            </a:avLst>
          </a:prstGeom>
          <a:solidFill>
            <a:srgbClr val="C8970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57515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0" y="1280160"/>
            <a:ext cx="3291840" cy="5394960"/>
          </a:xfrm>
          <a:prstGeom prst="roundRect">
            <a:avLst>
              <a:gd name="adj" fmla="val 3333"/>
            </a:avLst>
          </a:prstGeom>
          <a:solidFill>
            <a:srgbClr val="1A1000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Invest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103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Japan's 1st tachinomi AI guide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recovery tailwind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3749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live, ready to scale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4572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start -&gt; nationwide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5394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local knowledge moat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457200"/>
            <a:ext cx="8229600" cy="6400800"/>
          </a:xfrm>
          <a:prstGeom prst="ellipse">
            <a:avLst/>
          </a:prstGeom>
          <a:solidFill>
            <a:srgbClr val="1A080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7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10972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change Kobe's night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20116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 together. ---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0" y="3063240"/>
            <a:ext cx="2103120" cy="54864"/>
          </a:xfrm>
          <a:prstGeom prst="rect">
            <a:avLst/>
          </a:prstGeom>
          <a:solidFill>
            <a:srgbClr val="C8970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5661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kobe-guide.vercel.app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4663440"/>
            <a:ext cx="4297680" cy="685800"/>
          </a:xfrm>
          <a:prstGeom prst="roundRect">
            <a:avLst>
              <a:gd name="adj" fmla="val 16000"/>
            </a:avLst>
          </a:prstGeom>
          <a:solidFill>
            <a:srgbClr val="C8970A"/>
          </a:solidFill>
          <a:ln w="9525">
            <a:solidFill>
              <a:srgbClr val="C89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6634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Demo  --  kobe-guide.vercel.app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57200"/>
            <a:ext cx="1216152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KOBE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神戸立ち飲みマップ Investor Pitch Deck 2026</dc:title>
  <dc:subject>PptxGenJS Presentation</dc:subject>
  <dc:creator>NexusAI</dc:creator>
  <cp:lastModifiedBy>NexusAI</cp:lastModifiedBy>
  <cp:revision>1</cp:revision>
  <dcterms:created xsi:type="dcterms:W3CDTF">2026-04-14T03:24:41Z</dcterms:created>
  <dcterms:modified xsi:type="dcterms:W3CDTF">2026-04-14T03:24:41Z</dcterms:modified>
</cp:coreProperties>
</file>